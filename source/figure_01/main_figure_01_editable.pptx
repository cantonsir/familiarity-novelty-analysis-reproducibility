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78" r:id="rId2"/>
  </p:sldIdLst>
  <p:sldSz cx="6583363" cy="4389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C6EE8-82EE-854E-A6FC-1944E8928B53}" v="3" dt="2026-08-20T07:12:07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58"/>
  </p:normalViewPr>
  <p:slideViewPr>
    <p:cSldViewPr snapToGrid="0">
      <p:cViewPr varScale="1">
        <p:scale>
          <a:sx n="188" d="100"/>
          <a:sy n="188" d="100"/>
        </p:scale>
        <p:origin x="16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shengjie" userId="84e633a27bd53a90" providerId="LiveId" clId="{5C452E76-B484-5FC7-84E8-95343E143ACB}"/>
    <pc:docChg chg="undo custSel addSld delSld modSld sldOrd">
      <pc:chgData name="zheng shengjie" userId="84e633a27bd53a90" providerId="LiveId" clId="{5C452E76-B484-5FC7-84E8-95343E143ACB}" dt="2026-08-20T07:13:45.157" v="1119" actId="1076"/>
      <pc:docMkLst>
        <pc:docMk/>
      </pc:docMkLst>
      <pc:sldChg chg="addSp modSp add mod">
        <pc:chgData name="zheng shengjie" userId="84e633a27bd53a90" providerId="LiveId" clId="{5C452E76-B484-5FC7-84E8-95343E143ACB}" dt="2026-08-20T07:13:45.157" v="1119" actId="1076"/>
        <pc:sldMkLst>
          <pc:docMk/>
          <pc:sldMk cId="158927526" sldId="278"/>
        </pc:sldMkLst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2" creationId="{D640C487-0C20-3D4F-889F-10316282775F}"/>
          </ac:spMkLst>
        </pc:spChg>
        <pc:spChg chg="mod">
          <ac:chgData name="zheng shengjie" userId="84e633a27bd53a90" providerId="LiveId" clId="{5C452E76-B484-5FC7-84E8-95343E143ACB}" dt="2026-08-20T07:09:15.747" v="1026" actId="1035"/>
          <ac:spMkLst>
            <pc:docMk/>
            <pc:sldMk cId="158927526" sldId="278"/>
            <ac:spMk id="3" creationId="{E051F124-9FD5-9898-F940-E5F88378CCE0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15" creationId="{2324E211-7A97-4076-0FAD-8C23D4549D33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16" creationId="{5C019069-341A-A6D6-43AC-8235CA144C35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18" creationId="{A17F7CF1-A437-AC8F-5A75-0A00EB0B1503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19" creationId="{0463BE95-06EE-9EAF-5594-58F31ECA9D6A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20" creationId="{2C4DDF66-B35F-C5E7-7A4E-B8ED46FFCD20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30" creationId="{2B1CB05E-B65B-80D8-4F8B-37F3666E5073}"/>
          </ac:spMkLst>
        </pc:spChg>
        <pc:spChg chg="mod">
          <ac:chgData name="zheng shengjie" userId="84e633a27bd53a90" providerId="LiveId" clId="{5C452E76-B484-5FC7-84E8-95343E143ACB}" dt="2026-08-20T07:09:05.647" v="1012" actId="1036"/>
          <ac:spMkLst>
            <pc:docMk/>
            <pc:sldMk cId="158927526" sldId="278"/>
            <ac:spMk id="32" creationId="{A62D2526-F656-0EC1-E753-4BEB58330F81}"/>
          </ac:spMkLst>
        </pc:spChg>
        <pc:spChg chg="mod">
          <ac:chgData name="zheng shengjie" userId="84e633a27bd53a90" providerId="LiveId" clId="{5C452E76-B484-5FC7-84E8-95343E143ACB}" dt="2026-08-20T07:09:15.747" v="1026" actId="1035"/>
          <ac:spMkLst>
            <pc:docMk/>
            <pc:sldMk cId="158927526" sldId="278"/>
            <ac:spMk id="121" creationId="{80691E04-42B9-2B2C-63CF-61A688F75A25}"/>
          </ac:spMkLst>
        </pc:spChg>
        <pc:spChg chg="add mod">
          <ac:chgData name="zheng shengjie" userId="84e633a27bd53a90" providerId="LiveId" clId="{5C452E76-B484-5FC7-84E8-95343E143ACB}" dt="2026-08-20T07:09:55.455" v="1049" actId="1076"/>
          <ac:spMkLst>
            <pc:docMk/>
            <pc:sldMk cId="158927526" sldId="278"/>
            <ac:spMk id="136" creationId="{B7A992E5-B371-0A07-4D25-CE382DE1F5F7}"/>
          </ac:spMkLst>
        </pc:spChg>
        <pc:spChg chg="mod">
          <ac:chgData name="zheng shengjie" userId="84e633a27bd53a90" providerId="LiveId" clId="{5C452E76-B484-5FC7-84E8-95343E143ACB}" dt="2026-08-05T08:25:43.351" v="979" actId="14100"/>
          <ac:spMkLst>
            <pc:docMk/>
            <pc:sldMk cId="158927526" sldId="278"/>
            <ac:spMk id="138" creationId="{69C0C8C7-DE11-ED79-7B0A-1B4B12172EBF}"/>
          </ac:spMkLst>
        </pc:spChg>
        <pc:spChg chg="mod">
          <ac:chgData name="zheng shengjie" userId="84e633a27bd53a90" providerId="LiveId" clId="{5C452E76-B484-5FC7-84E8-95343E143ACB}" dt="2026-08-05T08:23:11.299" v="960"/>
          <ac:spMkLst>
            <pc:docMk/>
            <pc:sldMk cId="158927526" sldId="278"/>
            <ac:spMk id="139" creationId="{5881A43E-C0BD-DBC9-D483-AB53A2413F83}"/>
          </ac:spMkLst>
        </pc:spChg>
        <pc:spChg chg="mod">
          <ac:chgData name="zheng shengjie" userId="84e633a27bd53a90" providerId="LiveId" clId="{5C452E76-B484-5FC7-84E8-95343E143ACB}" dt="2026-08-05T08:23:11.301" v="964"/>
          <ac:spMkLst>
            <pc:docMk/>
            <pc:sldMk cId="158927526" sldId="278"/>
            <ac:spMk id="140" creationId="{E52E9CA8-2969-52AE-F7B7-FC5C677CEAAE}"/>
          </ac:spMkLst>
        </pc:spChg>
        <pc:spChg chg="add mod">
          <ac:chgData name="zheng shengjie" userId="84e633a27bd53a90" providerId="LiveId" clId="{5C452E76-B484-5FC7-84E8-95343E143ACB}" dt="2026-08-20T07:12:03.496" v="1091" actId="1037"/>
          <ac:spMkLst>
            <pc:docMk/>
            <pc:sldMk cId="158927526" sldId="278"/>
            <ac:spMk id="141" creationId="{4AECF0DD-DEE3-D4C3-5ED0-26801B66CB8D}"/>
          </ac:spMkLst>
        </pc:spChg>
        <pc:spChg chg="add mod">
          <ac:chgData name="zheng shengjie" userId="84e633a27bd53a90" providerId="LiveId" clId="{5C452E76-B484-5FC7-84E8-95343E143ACB}" dt="2026-08-20T07:13:45.157" v="1119" actId="1076"/>
          <ac:spMkLst>
            <pc:docMk/>
            <pc:sldMk cId="158927526" sldId="278"/>
            <ac:spMk id="142" creationId="{16469F12-31CE-A1DF-4CB9-D4206D3E49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27803-1910-ED4D-AECB-2CE54A09C8E3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453E0-5A87-C045-85BC-265CE4F81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1pPr>
    <a:lvl2pPr marL="263347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2pPr>
    <a:lvl3pPr marL="526694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3pPr>
    <a:lvl4pPr marL="790042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4pPr>
    <a:lvl5pPr marL="1053389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5pPr>
    <a:lvl6pPr marL="1316736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6pPr>
    <a:lvl7pPr marL="1580083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7pPr>
    <a:lvl8pPr marL="1843430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8pPr>
    <a:lvl9pPr marL="2106778" algn="l" defTabSz="526694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453E0-5A87-C045-85BC-265CE4F819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4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52" y="718364"/>
            <a:ext cx="5595859" cy="152817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2305472"/>
            <a:ext cx="4937522" cy="1059764"/>
          </a:xfrm>
        </p:spPr>
        <p:txBody>
          <a:bodyPr/>
          <a:lstStyle>
            <a:lvl1pPr marL="0" indent="0" algn="ctr">
              <a:buNone/>
              <a:defRPr sz="1536"/>
            </a:lvl1pPr>
            <a:lvl2pPr marL="292608" indent="0" algn="ctr">
              <a:buNone/>
              <a:defRPr sz="1280"/>
            </a:lvl2pPr>
            <a:lvl3pPr marL="585216" indent="0" algn="ctr">
              <a:buNone/>
              <a:defRPr sz="1152"/>
            </a:lvl3pPr>
            <a:lvl4pPr marL="877824" indent="0" algn="ctr">
              <a:buNone/>
              <a:defRPr sz="1024"/>
            </a:lvl4pPr>
            <a:lvl5pPr marL="1170432" indent="0" algn="ctr">
              <a:buNone/>
              <a:defRPr sz="1024"/>
            </a:lvl5pPr>
            <a:lvl6pPr marL="1463040" indent="0" algn="ctr">
              <a:buNone/>
              <a:defRPr sz="1024"/>
            </a:lvl6pPr>
            <a:lvl7pPr marL="1755648" indent="0" algn="ctr">
              <a:buNone/>
              <a:defRPr sz="1024"/>
            </a:lvl7pPr>
            <a:lvl8pPr marL="2048256" indent="0" algn="ctr">
              <a:buNone/>
              <a:defRPr sz="1024"/>
            </a:lvl8pPr>
            <a:lvl9pPr marL="2340864" indent="0" algn="ctr">
              <a:buNone/>
              <a:defRPr sz="10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3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3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8" y="1094313"/>
            <a:ext cx="5678151" cy="1825884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8" y="2937470"/>
            <a:ext cx="5678151" cy="960189"/>
          </a:xfrm>
        </p:spPr>
        <p:txBody>
          <a:bodyPr/>
          <a:lstStyle>
            <a:lvl1pPr marL="0" indent="0">
              <a:buNone/>
              <a:defRPr sz="1536">
                <a:solidFill>
                  <a:schemeClr val="tx1">
                    <a:tint val="82000"/>
                  </a:schemeClr>
                </a:solidFill>
              </a:defRPr>
            </a:lvl1pPr>
            <a:lvl2pPr marL="292608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2pPr>
            <a:lvl3pPr marL="585216" indent="0">
              <a:buNone/>
              <a:defRPr sz="1152">
                <a:solidFill>
                  <a:schemeClr val="tx1">
                    <a:tint val="82000"/>
                  </a:schemeClr>
                </a:solidFill>
              </a:defRPr>
            </a:lvl3pPr>
            <a:lvl4pPr marL="877824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4pPr>
            <a:lvl5pPr marL="1170432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5pPr>
            <a:lvl6pPr marL="1463040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6pPr>
            <a:lvl7pPr marL="1755648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7pPr>
            <a:lvl8pPr marL="2048256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8pPr>
            <a:lvl9pPr marL="2340864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5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1168485"/>
            <a:ext cx="2797929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1168485"/>
            <a:ext cx="2797929" cy="2785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233698"/>
            <a:ext cx="5678151" cy="8484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1076022"/>
            <a:ext cx="2785071" cy="527342"/>
          </a:xfrm>
        </p:spPr>
        <p:txBody>
          <a:bodyPr anchor="b"/>
          <a:lstStyle>
            <a:lvl1pPr marL="0" indent="0">
              <a:buNone/>
              <a:defRPr sz="1536" b="1"/>
            </a:lvl1pPr>
            <a:lvl2pPr marL="292608" indent="0">
              <a:buNone/>
              <a:defRPr sz="1280" b="1"/>
            </a:lvl2pPr>
            <a:lvl3pPr marL="585216" indent="0">
              <a:buNone/>
              <a:defRPr sz="1152" b="1"/>
            </a:lvl3pPr>
            <a:lvl4pPr marL="877824" indent="0">
              <a:buNone/>
              <a:defRPr sz="1024" b="1"/>
            </a:lvl4pPr>
            <a:lvl5pPr marL="1170432" indent="0">
              <a:buNone/>
              <a:defRPr sz="1024" b="1"/>
            </a:lvl5pPr>
            <a:lvl6pPr marL="1463040" indent="0">
              <a:buNone/>
              <a:defRPr sz="1024" b="1"/>
            </a:lvl6pPr>
            <a:lvl7pPr marL="1755648" indent="0">
              <a:buNone/>
              <a:defRPr sz="1024" b="1"/>
            </a:lvl7pPr>
            <a:lvl8pPr marL="2048256" indent="0">
              <a:buNone/>
              <a:defRPr sz="1024" b="1"/>
            </a:lvl8pPr>
            <a:lvl9pPr marL="2340864" indent="0">
              <a:buNone/>
              <a:defRPr sz="10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1603364"/>
            <a:ext cx="2785071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8" y="1076022"/>
            <a:ext cx="2798787" cy="527342"/>
          </a:xfrm>
        </p:spPr>
        <p:txBody>
          <a:bodyPr anchor="b"/>
          <a:lstStyle>
            <a:lvl1pPr marL="0" indent="0">
              <a:buNone/>
              <a:defRPr sz="1536" b="1"/>
            </a:lvl1pPr>
            <a:lvl2pPr marL="292608" indent="0">
              <a:buNone/>
              <a:defRPr sz="1280" b="1"/>
            </a:lvl2pPr>
            <a:lvl3pPr marL="585216" indent="0">
              <a:buNone/>
              <a:defRPr sz="1152" b="1"/>
            </a:lvl3pPr>
            <a:lvl4pPr marL="877824" indent="0">
              <a:buNone/>
              <a:defRPr sz="1024" b="1"/>
            </a:lvl4pPr>
            <a:lvl5pPr marL="1170432" indent="0">
              <a:buNone/>
              <a:defRPr sz="1024" b="1"/>
            </a:lvl5pPr>
            <a:lvl6pPr marL="1463040" indent="0">
              <a:buNone/>
              <a:defRPr sz="1024" b="1"/>
            </a:lvl6pPr>
            <a:lvl7pPr marL="1755648" indent="0">
              <a:buNone/>
              <a:defRPr sz="1024" b="1"/>
            </a:lvl7pPr>
            <a:lvl8pPr marL="2048256" indent="0">
              <a:buNone/>
              <a:defRPr sz="1024" b="1"/>
            </a:lvl8pPr>
            <a:lvl9pPr marL="2340864" indent="0">
              <a:buNone/>
              <a:defRPr sz="10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8" y="1603364"/>
            <a:ext cx="2798787" cy="2358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1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0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0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92629"/>
            <a:ext cx="2123306" cy="1024202"/>
          </a:xfrm>
        </p:spPr>
        <p:txBody>
          <a:bodyPr anchor="b"/>
          <a:lstStyle>
            <a:lvl1pPr>
              <a:defRPr sz="20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631999"/>
            <a:ext cx="3332828" cy="3119346"/>
          </a:xfrm>
        </p:spPr>
        <p:txBody>
          <a:bodyPr/>
          <a:lstStyle>
            <a:lvl1pPr>
              <a:defRPr sz="2048"/>
            </a:lvl1pPr>
            <a:lvl2pPr>
              <a:defRPr sz="1792"/>
            </a:lvl2pPr>
            <a:lvl3pPr>
              <a:defRPr sz="1536"/>
            </a:lvl3pPr>
            <a:lvl4pPr>
              <a:defRPr sz="1280"/>
            </a:lvl4pPr>
            <a:lvl5pPr>
              <a:defRPr sz="1280"/>
            </a:lvl5pPr>
            <a:lvl6pPr>
              <a:defRPr sz="1280"/>
            </a:lvl6pPr>
            <a:lvl7pPr>
              <a:defRPr sz="1280"/>
            </a:lvl7pPr>
            <a:lvl8pPr>
              <a:defRPr sz="1280"/>
            </a:lvl8pPr>
            <a:lvl9pPr>
              <a:defRPr sz="12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316831"/>
            <a:ext cx="2123306" cy="2439593"/>
          </a:xfrm>
        </p:spPr>
        <p:txBody>
          <a:bodyPr/>
          <a:lstStyle>
            <a:lvl1pPr marL="0" indent="0">
              <a:buNone/>
              <a:defRPr sz="1024"/>
            </a:lvl1pPr>
            <a:lvl2pPr marL="292608" indent="0">
              <a:buNone/>
              <a:defRPr sz="896"/>
            </a:lvl2pPr>
            <a:lvl3pPr marL="585216" indent="0">
              <a:buNone/>
              <a:defRPr sz="768"/>
            </a:lvl3pPr>
            <a:lvl4pPr marL="877824" indent="0">
              <a:buNone/>
              <a:defRPr sz="640"/>
            </a:lvl4pPr>
            <a:lvl5pPr marL="1170432" indent="0">
              <a:buNone/>
              <a:defRPr sz="640"/>
            </a:lvl5pPr>
            <a:lvl6pPr marL="1463040" indent="0">
              <a:buNone/>
              <a:defRPr sz="640"/>
            </a:lvl6pPr>
            <a:lvl7pPr marL="1755648" indent="0">
              <a:buNone/>
              <a:defRPr sz="640"/>
            </a:lvl7pPr>
            <a:lvl8pPr marL="2048256" indent="0">
              <a:buNone/>
              <a:defRPr sz="640"/>
            </a:lvl8pPr>
            <a:lvl9pPr marL="2340864" indent="0">
              <a:buNone/>
              <a:defRPr sz="6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92629"/>
            <a:ext cx="2123306" cy="1024202"/>
          </a:xfrm>
        </p:spPr>
        <p:txBody>
          <a:bodyPr anchor="b"/>
          <a:lstStyle>
            <a:lvl1pPr>
              <a:defRPr sz="20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631999"/>
            <a:ext cx="3332828" cy="3119346"/>
          </a:xfrm>
        </p:spPr>
        <p:txBody>
          <a:bodyPr anchor="t"/>
          <a:lstStyle>
            <a:lvl1pPr marL="0" indent="0">
              <a:buNone/>
              <a:defRPr sz="2048"/>
            </a:lvl1pPr>
            <a:lvl2pPr marL="292608" indent="0">
              <a:buNone/>
              <a:defRPr sz="1792"/>
            </a:lvl2pPr>
            <a:lvl3pPr marL="585216" indent="0">
              <a:buNone/>
              <a:defRPr sz="1536"/>
            </a:lvl3pPr>
            <a:lvl4pPr marL="877824" indent="0">
              <a:buNone/>
              <a:defRPr sz="1280"/>
            </a:lvl4pPr>
            <a:lvl5pPr marL="1170432" indent="0">
              <a:buNone/>
              <a:defRPr sz="1280"/>
            </a:lvl5pPr>
            <a:lvl6pPr marL="1463040" indent="0">
              <a:buNone/>
              <a:defRPr sz="1280"/>
            </a:lvl6pPr>
            <a:lvl7pPr marL="1755648" indent="0">
              <a:buNone/>
              <a:defRPr sz="1280"/>
            </a:lvl7pPr>
            <a:lvl8pPr marL="2048256" indent="0">
              <a:buNone/>
              <a:defRPr sz="1280"/>
            </a:lvl8pPr>
            <a:lvl9pPr marL="2340864" indent="0">
              <a:buNone/>
              <a:defRPr sz="12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316831"/>
            <a:ext cx="2123306" cy="2439593"/>
          </a:xfrm>
        </p:spPr>
        <p:txBody>
          <a:bodyPr/>
          <a:lstStyle>
            <a:lvl1pPr marL="0" indent="0">
              <a:buNone/>
              <a:defRPr sz="1024"/>
            </a:lvl1pPr>
            <a:lvl2pPr marL="292608" indent="0">
              <a:buNone/>
              <a:defRPr sz="896"/>
            </a:lvl2pPr>
            <a:lvl3pPr marL="585216" indent="0">
              <a:buNone/>
              <a:defRPr sz="768"/>
            </a:lvl3pPr>
            <a:lvl4pPr marL="877824" indent="0">
              <a:buNone/>
              <a:defRPr sz="640"/>
            </a:lvl4pPr>
            <a:lvl5pPr marL="1170432" indent="0">
              <a:buNone/>
              <a:defRPr sz="640"/>
            </a:lvl5pPr>
            <a:lvl6pPr marL="1463040" indent="0">
              <a:buNone/>
              <a:defRPr sz="640"/>
            </a:lvl6pPr>
            <a:lvl7pPr marL="1755648" indent="0">
              <a:buNone/>
              <a:defRPr sz="640"/>
            </a:lvl7pPr>
            <a:lvl8pPr marL="2048256" indent="0">
              <a:buNone/>
              <a:defRPr sz="640"/>
            </a:lvl8pPr>
            <a:lvl9pPr marL="2340864" indent="0">
              <a:buNone/>
              <a:defRPr sz="6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6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233697"/>
            <a:ext cx="1419538" cy="37198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7" y="233697"/>
            <a:ext cx="4176321" cy="37198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35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233698"/>
            <a:ext cx="5678151" cy="848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1168485"/>
            <a:ext cx="5678151" cy="27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4068360"/>
            <a:ext cx="1481257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84408-D0D9-BC45-8B44-D7C2E96895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4068360"/>
            <a:ext cx="2221885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4068360"/>
            <a:ext cx="1481257" cy="2336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9CFD3-5EB4-BC43-A19A-C7104CBBE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1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85216" rtl="0" eaLnBrk="1" latinLnBrk="0" hangingPunct="1">
        <a:lnSpc>
          <a:spcPct val="90000"/>
        </a:lnSpc>
        <a:spcBef>
          <a:spcPct val="0"/>
        </a:spcBef>
        <a:buNone/>
        <a:defRPr sz="28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585216" rtl="0" eaLnBrk="1" latinLnBrk="0" hangingPunct="1">
        <a:lnSpc>
          <a:spcPct val="90000"/>
        </a:lnSpc>
        <a:spcBef>
          <a:spcPts val="640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536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4pPr>
      <a:lvl5pPr marL="1316736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indent="-146304" algn="l" defTabSz="585216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1pPr>
      <a:lvl2pPr marL="292608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85216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3pPr>
      <a:lvl4pPr marL="877824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4pPr>
      <a:lvl5pPr marL="1170432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5pPr>
      <a:lvl6pPr marL="1463040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6pPr>
      <a:lvl7pPr marL="1755648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7pPr>
      <a:lvl8pPr marL="2048256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8pPr>
      <a:lvl9pPr marL="2340864" algn="l" defTabSz="585216" rtl="0" eaLnBrk="1" latinLnBrk="0" hangingPunct="1">
        <a:defRPr sz="11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e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image" Target="../media/image9.jpeg"/><Relationship Id="rId5" Type="http://schemas.openxmlformats.org/officeDocument/2006/relationships/image" Target="../media/image3.jp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97AB946-8A13-8964-2599-79C650503837}"/>
              </a:ext>
            </a:extLst>
          </p:cNvPr>
          <p:cNvGrpSpPr/>
          <p:nvPr/>
        </p:nvGrpSpPr>
        <p:grpSpPr>
          <a:xfrm>
            <a:off x="2421748" y="598414"/>
            <a:ext cx="961948" cy="737669"/>
            <a:chOff x="10719669" y="529773"/>
            <a:chExt cx="2024743" cy="1552575"/>
          </a:xfrm>
          <a:scene3d>
            <a:camera prst="isometricOffAxis1Left"/>
            <a:lightRig rig="threePt" dir="t"/>
          </a:scene3d>
        </p:grpSpPr>
        <p:sp>
          <p:nvSpPr>
            <p:cNvPr id="103" name="Rectangle: Rounded Corners 43">
              <a:extLst>
                <a:ext uri="{FF2B5EF4-FFF2-40B4-BE49-F238E27FC236}">
                  <a16:creationId xmlns:a16="http://schemas.microsoft.com/office/drawing/2014/main" id="{D69BC746-5A78-15CB-DE18-0FDFAF8EBC07}"/>
                </a:ext>
              </a:extLst>
            </p:cNvPr>
            <p:cNvSpPr/>
            <p:nvPr/>
          </p:nvSpPr>
          <p:spPr>
            <a:xfrm>
              <a:off x="10719669" y="529773"/>
              <a:ext cx="2024743" cy="1552575"/>
            </a:xfrm>
            <a:prstGeom prst="roundRect">
              <a:avLst>
                <a:gd name="adj" fmla="val 5931"/>
              </a:avLst>
            </a:prstGeom>
            <a:noFill/>
            <a:ln w="9525" cap="flat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D1741A90-85C2-D901-F66B-72828625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21310" y="844025"/>
              <a:ext cx="682171" cy="682171"/>
            </a:xfrm>
            <a:prstGeom prst="rect">
              <a:avLst/>
            </a:prstGeom>
          </p:spPr>
        </p:pic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FDF5263-305F-1867-F70A-0F7BB1005958}"/>
                </a:ext>
              </a:extLst>
            </p:cNvPr>
            <p:cNvGrpSpPr/>
            <p:nvPr/>
          </p:nvGrpSpPr>
          <p:grpSpPr>
            <a:xfrm>
              <a:off x="10794002" y="1692545"/>
              <a:ext cx="1937410" cy="288430"/>
              <a:chOff x="5558159" y="3022033"/>
              <a:chExt cx="1937410" cy="288430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B9CEEC09-0B14-06D1-1D87-19B8624787D4}"/>
                  </a:ext>
                </a:extLst>
              </p:cNvPr>
              <p:cNvCxnSpPr/>
              <p:nvPr/>
            </p:nvCxnSpPr>
            <p:spPr>
              <a:xfrm>
                <a:off x="5677466" y="3076008"/>
                <a:ext cx="1698171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E359C5A-7E33-8F53-ED5C-91AADF44E757}"/>
                  </a:ext>
                </a:extLst>
              </p:cNvPr>
              <p:cNvCxnSpPr/>
              <p:nvPr/>
            </p:nvCxnSpPr>
            <p:spPr>
              <a:xfrm>
                <a:off x="567746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9EE295E-A91E-BD20-104A-D3F158A3D6AE}"/>
                  </a:ext>
                </a:extLst>
              </p:cNvPr>
              <p:cNvCxnSpPr/>
              <p:nvPr/>
            </p:nvCxnSpPr>
            <p:spPr>
              <a:xfrm>
                <a:off x="7375637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93DCE09-9F8C-EA09-07CC-34101FF01D4D}"/>
                  </a:ext>
                </a:extLst>
              </p:cNvPr>
              <p:cNvCxnSpPr/>
              <p:nvPr/>
            </p:nvCxnSpPr>
            <p:spPr>
              <a:xfrm>
                <a:off x="6512602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B16BC5A-B52B-6099-F9E7-D8F6D99827B4}"/>
                  </a:ext>
                </a:extLst>
              </p:cNvPr>
              <p:cNvCxnSpPr/>
              <p:nvPr/>
            </p:nvCxnSpPr>
            <p:spPr>
              <a:xfrm>
                <a:off x="593917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33F4165-F8A1-823F-337D-4B696D770C88}"/>
                  </a:ext>
                </a:extLst>
              </p:cNvPr>
              <p:cNvCxnSpPr/>
              <p:nvPr/>
            </p:nvCxnSpPr>
            <p:spPr>
              <a:xfrm>
                <a:off x="6221751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072B08B-24B7-3377-F45A-24299B749CC1}"/>
                  </a:ext>
                </a:extLst>
              </p:cNvPr>
              <p:cNvCxnSpPr/>
              <p:nvPr/>
            </p:nvCxnSpPr>
            <p:spPr>
              <a:xfrm>
                <a:off x="680912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49FEBB70-6BD1-FBBC-35CC-D4C30C566D69}"/>
                  </a:ext>
                </a:extLst>
              </p:cNvPr>
              <p:cNvCxnSpPr/>
              <p:nvPr/>
            </p:nvCxnSpPr>
            <p:spPr>
              <a:xfrm>
                <a:off x="7091701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2BE243E-DB0E-C41C-2489-E7E1BE6C5B8F}"/>
                  </a:ext>
                </a:extLst>
              </p:cNvPr>
              <p:cNvSpPr txBox="1"/>
              <p:nvPr/>
            </p:nvSpPr>
            <p:spPr>
              <a:xfrm>
                <a:off x="551746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-3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7100FEE-489A-A8CE-7D66-29B81025086A}"/>
                  </a:ext>
                </a:extLst>
              </p:cNvPr>
              <p:cNvSpPr txBox="1"/>
              <p:nvPr/>
            </p:nvSpPr>
            <p:spPr>
              <a:xfrm>
                <a:off x="577917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-2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9677F0E9-4BAE-7B37-656D-BDE721EF6452}"/>
                  </a:ext>
                </a:extLst>
              </p:cNvPr>
              <p:cNvSpPr txBox="1"/>
              <p:nvPr/>
            </p:nvSpPr>
            <p:spPr>
              <a:xfrm>
                <a:off x="6061751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-1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9CBC7BD-12E3-649E-562F-7DA0B85F6AC4}"/>
                  </a:ext>
                </a:extLst>
              </p:cNvPr>
              <p:cNvSpPr txBox="1"/>
              <p:nvPr/>
            </p:nvSpPr>
            <p:spPr>
              <a:xfrm>
                <a:off x="6352602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0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E6ADE0D-EF89-C996-B1E4-A4A0EC10CCB7}"/>
                  </a:ext>
                </a:extLst>
              </p:cNvPr>
              <p:cNvSpPr txBox="1"/>
              <p:nvPr/>
            </p:nvSpPr>
            <p:spPr>
              <a:xfrm>
                <a:off x="664912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1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3037DE0-BCAA-4F38-B533-17E61A96E3FB}"/>
                  </a:ext>
                </a:extLst>
              </p:cNvPr>
              <p:cNvSpPr txBox="1"/>
              <p:nvPr/>
            </p:nvSpPr>
            <p:spPr>
              <a:xfrm>
                <a:off x="6931701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2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DFDBA2C-F4A3-2B5D-BF3B-8F60311FEA03}"/>
                  </a:ext>
                </a:extLst>
              </p:cNvPr>
              <p:cNvSpPr txBox="1"/>
              <p:nvPr/>
            </p:nvSpPr>
            <p:spPr>
              <a:xfrm>
                <a:off x="7215637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3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189BA17-5C92-37C2-3117-471A43A3B925}"/>
              </a:ext>
            </a:extLst>
          </p:cNvPr>
          <p:cNvGrpSpPr/>
          <p:nvPr/>
        </p:nvGrpSpPr>
        <p:grpSpPr>
          <a:xfrm>
            <a:off x="2140814" y="613620"/>
            <a:ext cx="802967" cy="737669"/>
            <a:chOff x="759355" y="1632889"/>
            <a:chExt cx="1690114" cy="1552575"/>
          </a:xfrm>
          <a:scene3d>
            <a:camera prst="isometricOffAxis1Left"/>
            <a:lightRig rig="threePt" dir="t"/>
          </a:scene3d>
        </p:grpSpPr>
        <p:sp>
          <p:nvSpPr>
            <p:cNvPr id="101" name="Rectangle: Rounded Corners 70">
              <a:extLst>
                <a:ext uri="{FF2B5EF4-FFF2-40B4-BE49-F238E27FC236}">
                  <a16:creationId xmlns:a16="http://schemas.microsoft.com/office/drawing/2014/main" id="{7CA89D67-2FBF-5E99-8BC1-2A40C0EF5FA4}"/>
                </a:ext>
              </a:extLst>
            </p:cNvPr>
            <p:cNvSpPr/>
            <p:nvPr/>
          </p:nvSpPr>
          <p:spPr>
            <a:xfrm>
              <a:off x="759355" y="1632889"/>
              <a:ext cx="1690114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D4B4F6B-0A63-B554-AECC-C8B0A4FCFE1C}"/>
                </a:ext>
              </a:extLst>
            </p:cNvPr>
            <p:cNvSpPr txBox="1"/>
            <p:nvPr/>
          </p:nvSpPr>
          <p:spPr>
            <a:xfrm>
              <a:off x="1450363" y="219437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0" dirty="0"/>
                <a:t>+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8FA22F2-B465-637F-802D-D21B5658F3D1}"/>
              </a:ext>
            </a:extLst>
          </p:cNvPr>
          <p:cNvGrpSpPr/>
          <p:nvPr/>
        </p:nvGrpSpPr>
        <p:grpSpPr>
          <a:xfrm>
            <a:off x="1626328" y="599915"/>
            <a:ext cx="961948" cy="737669"/>
            <a:chOff x="8524708" y="722312"/>
            <a:chExt cx="2024743" cy="1552575"/>
          </a:xfrm>
          <a:scene3d>
            <a:camera prst="isometricOffAxis1Left"/>
            <a:lightRig rig="threePt" dir="t"/>
          </a:scene3d>
        </p:grpSpPr>
        <p:sp>
          <p:nvSpPr>
            <p:cNvPr id="83" name="Rectangle: Rounded Corners 5">
              <a:extLst>
                <a:ext uri="{FF2B5EF4-FFF2-40B4-BE49-F238E27FC236}">
                  <a16:creationId xmlns:a16="http://schemas.microsoft.com/office/drawing/2014/main" id="{0101490D-653C-547F-19B6-96BE2D92F49F}"/>
                </a:ext>
              </a:extLst>
            </p:cNvPr>
            <p:cNvSpPr/>
            <p:nvPr/>
          </p:nvSpPr>
          <p:spPr>
            <a:xfrm>
              <a:off x="8524708" y="722312"/>
              <a:ext cx="2024743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4" name="Picture 83" descr="A mountain range with grass and rocks&#10;&#10;AI-generated content may be incorrect.">
              <a:extLst>
                <a:ext uri="{FF2B5EF4-FFF2-40B4-BE49-F238E27FC236}">
                  <a16:creationId xmlns:a16="http://schemas.microsoft.com/office/drawing/2014/main" id="{05D9C04F-8912-2442-498F-0C1B104EC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6349" y="1036564"/>
              <a:ext cx="682171" cy="682171"/>
            </a:xfrm>
            <a:prstGeom prst="rect">
              <a:avLst/>
            </a:prstGeom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18A2588-AEFD-2B28-8374-A2E1A079044C}"/>
                </a:ext>
              </a:extLst>
            </p:cNvPr>
            <p:cNvGrpSpPr/>
            <p:nvPr/>
          </p:nvGrpSpPr>
          <p:grpSpPr>
            <a:xfrm>
              <a:off x="8599041" y="1885084"/>
              <a:ext cx="1937410" cy="288430"/>
              <a:chOff x="5558159" y="3022033"/>
              <a:chExt cx="1937410" cy="288430"/>
            </a:xfrm>
          </p:grpSpPr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37882A6-C5AE-D54B-42D8-057E3E4B0115}"/>
                  </a:ext>
                </a:extLst>
              </p:cNvPr>
              <p:cNvCxnSpPr/>
              <p:nvPr/>
            </p:nvCxnSpPr>
            <p:spPr>
              <a:xfrm>
                <a:off x="5677466" y="3076008"/>
                <a:ext cx="1698171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0040A0A-BF51-2460-3BCC-927F6826A896}"/>
                  </a:ext>
                </a:extLst>
              </p:cNvPr>
              <p:cNvCxnSpPr/>
              <p:nvPr/>
            </p:nvCxnSpPr>
            <p:spPr>
              <a:xfrm>
                <a:off x="567746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77288B6F-C0F4-950D-FF13-CFCBD908B00B}"/>
                  </a:ext>
                </a:extLst>
              </p:cNvPr>
              <p:cNvCxnSpPr/>
              <p:nvPr/>
            </p:nvCxnSpPr>
            <p:spPr>
              <a:xfrm>
                <a:off x="7375637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EF5200A0-9107-DDD2-D09B-51D9C16EBE8E}"/>
                  </a:ext>
                </a:extLst>
              </p:cNvPr>
              <p:cNvCxnSpPr/>
              <p:nvPr/>
            </p:nvCxnSpPr>
            <p:spPr>
              <a:xfrm>
                <a:off x="6512602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A5109131-1AED-2729-8622-9C810CD4AF80}"/>
                  </a:ext>
                </a:extLst>
              </p:cNvPr>
              <p:cNvCxnSpPr/>
              <p:nvPr/>
            </p:nvCxnSpPr>
            <p:spPr>
              <a:xfrm>
                <a:off x="593917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A207A71-4A8F-EF9E-0A70-650884482059}"/>
                  </a:ext>
                </a:extLst>
              </p:cNvPr>
              <p:cNvCxnSpPr/>
              <p:nvPr/>
            </p:nvCxnSpPr>
            <p:spPr>
              <a:xfrm>
                <a:off x="6221751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D4B4E3E3-10D9-7B58-A097-52BE650BAE21}"/>
                  </a:ext>
                </a:extLst>
              </p:cNvPr>
              <p:cNvCxnSpPr/>
              <p:nvPr/>
            </p:nvCxnSpPr>
            <p:spPr>
              <a:xfrm>
                <a:off x="6809126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A4AC46A-94AE-37FE-BB7A-9D72CE7AD9FD}"/>
                  </a:ext>
                </a:extLst>
              </p:cNvPr>
              <p:cNvCxnSpPr/>
              <p:nvPr/>
            </p:nvCxnSpPr>
            <p:spPr>
              <a:xfrm>
                <a:off x="7091701" y="3022033"/>
                <a:ext cx="0" cy="10795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2084AAF-2B83-97EB-5540-0FA2AE732BD4}"/>
                  </a:ext>
                </a:extLst>
              </p:cNvPr>
              <p:cNvSpPr txBox="1"/>
              <p:nvPr/>
            </p:nvSpPr>
            <p:spPr>
              <a:xfrm>
                <a:off x="551746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-3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7CD696B-C8F9-B5FD-079A-9F0DFC3B4419}"/>
                  </a:ext>
                </a:extLst>
              </p:cNvPr>
              <p:cNvSpPr txBox="1"/>
              <p:nvPr/>
            </p:nvSpPr>
            <p:spPr>
              <a:xfrm>
                <a:off x="577917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-2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A3F7989-2E12-B825-43DA-0037ED6BDC10}"/>
                  </a:ext>
                </a:extLst>
              </p:cNvPr>
              <p:cNvSpPr txBox="1"/>
              <p:nvPr/>
            </p:nvSpPr>
            <p:spPr>
              <a:xfrm>
                <a:off x="6061751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-1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93D0EF8-A73C-51A7-8290-29BB751ED3ED}"/>
                  </a:ext>
                </a:extLst>
              </p:cNvPr>
              <p:cNvSpPr txBox="1"/>
              <p:nvPr/>
            </p:nvSpPr>
            <p:spPr>
              <a:xfrm>
                <a:off x="6352602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0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9D6D072-A544-B448-7871-7DF69C2761AF}"/>
                  </a:ext>
                </a:extLst>
              </p:cNvPr>
              <p:cNvSpPr txBox="1"/>
              <p:nvPr/>
            </p:nvSpPr>
            <p:spPr>
              <a:xfrm>
                <a:off x="6649126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1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F8B4A15-043C-43B6-D415-68B6C3646285}"/>
                  </a:ext>
                </a:extLst>
              </p:cNvPr>
              <p:cNvSpPr txBox="1"/>
              <p:nvPr/>
            </p:nvSpPr>
            <p:spPr>
              <a:xfrm>
                <a:off x="6931701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2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F5088B5-E6AE-3CF5-850A-493C3F3E4802}"/>
                  </a:ext>
                </a:extLst>
              </p:cNvPr>
              <p:cNvSpPr txBox="1"/>
              <p:nvPr/>
            </p:nvSpPr>
            <p:spPr>
              <a:xfrm>
                <a:off x="7215637" y="3102000"/>
                <a:ext cx="320000" cy="220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450" b="0" dirty="0">
                    <a:latin typeface="Arial"/>
                  </a:rPr>
                  <a:t>3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760F8A-1813-5498-BFE3-C21EC3741402}"/>
              </a:ext>
            </a:extLst>
          </p:cNvPr>
          <p:cNvGrpSpPr/>
          <p:nvPr/>
        </p:nvGrpSpPr>
        <p:grpSpPr>
          <a:xfrm>
            <a:off x="1340485" y="620002"/>
            <a:ext cx="802967" cy="737669"/>
            <a:chOff x="759355" y="1632889"/>
            <a:chExt cx="1690114" cy="1552575"/>
          </a:xfrm>
          <a:scene3d>
            <a:camera prst="isometricOffAxis1Left"/>
            <a:lightRig rig="threePt" dir="t"/>
          </a:scene3d>
        </p:grpSpPr>
        <p:sp>
          <p:nvSpPr>
            <p:cNvPr id="81" name="Rectangle: Rounded Corners 37">
              <a:extLst>
                <a:ext uri="{FF2B5EF4-FFF2-40B4-BE49-F238E27FC236}">
                  <a16:creationId xmlns:a16="http://schemas.microsoft.com/office/drawing/2014/main" id="{F0C6A95E-3FC7-6465-B204-A1C01D74FB0B}"/>
                </a:ext>
              </a:extLst>
            </p:cNvPr>
            <p:cNvSpPr/>
            <p:nvPr/>
          </p:nvSpPr>
          <p:spPr>
            <a:xfrm>
              <a:off x="759355" y="1632889"/>
              <a:ext cx="1690114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2BD7F3F-E368-BC4F-50BF-EA161188A83F}"/>
                </a:ext>
              </a:extLst>
            </p:cNvPr>
            <p:cNvSpPr txBox="1"/>
            <p:nvPr/>
          </p:nvSpPr>
          <p:spPr>
            <a:xfrm>
              <a:off x="1450363" y="219437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0" dirty="0"/>
                <a:t>+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DB0EC5-F0AA-2709-2A02-2B87DE84371D}"/>
              </a:ext>
            </a:extLst>
          </p:cNvPr>
          <p:cNvGrpSpPr/>
          <p:nvPr/>
        </p:nvGrpSpPr>
        <p:grpSpPr>
          <a:xfrm>
            <a:off x="947207" y="614888"/>
            <a:ext cx="802967" cy="737669"/>
            <a:chOff x="7696765" y="3010702"/>
            <a:chExt cx="1690114" cy="1552575"/>
          </a:xfrm>
          <a:scene3d>
            <a:camera prst="isometricOffAxis1Left"/>
            <a:lightRig rig="threePt" dir="t"/>
          </a:scene3d>
        </p:grpSpPr>
        <p:sp>
          <p:nvSpPr>
            <p:cNvPr id="79" name="Rectangle: Rounded Corners 12">
              <a:extLst>
                <a:ext uri="{FF2B5EF4-FFF2-40B4-BE49-F238E27FC236}">
                  <a16:creationId xmlns:a16="http://schemas.microsoft.com/office/drawing/2014/main" id="{6CFED171-2D80-6AFC-9DEA-C33D6F77AF63}"/>
                </a:ext>
              </a:extLst>
            </p:cNvPr>
            <p:cNvSpPr/>
            <p:nvPr/>
          </p:nvSpPr>
          <p:spPr>
            <a:xfrm>
              <a:off x="7696765" y="3010702"/>
              <a:ext cx="1690114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DFE39F9-5EBC-9CC9-52EA-7CAB5EA54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200736" y="3445903"/>
              <a:ext cx="682171" cy="68217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384E42-D1DF-D5BC-A27B-08AE4246D074}"/>
              </a:ext>
            </a:extLst>
          </p:cNvPr>
          <p:cNvGrpSpPr/>
          <p:nvPr/>
        </p:nvGrpSpPr>
        <p:grpSpPr>
          <a:xfrm>
            <a:off x="666641" y="620002"/>
            <a:ext cx="802967" cy="737669"/>
            <a:chOff x="7439937" y="1738312"/>
            <a:chExt cx="1690114" cy="1552575"/>
          </a:xfrm>
          <a:scene3d>
            <a:camera prst="isometricOffAxis1Left"/>
            <a:lightRig rig="threePt" dir="t"/>
          </a:scene3d>
        </p:grpSpPr>
        <p:sp>
          <p:nvSpPr>
            <p:cNvPr id="77" name="Rectangle: Rounded Corners 2">
              <a:extLst>
                <a:ext uri="{FF2B5EF4-FFF2-40B4-BE49-F238E27FC236}">
                  <a16:creationId xmlns:a16="http://schemas.microsoft.com/office/drawing/2014/main" id="{3D3B9CAD-7A91-C367-8A96-16BCA6F037AC}"/>
                </a:ext>
              </a:extLst>
            </p:cNvPr>
            <p:cNvSpPr/>
            <p:nvPr/>
          </p:nvSpPr>
          <p:spPr>
            <a:xfrm>
              <a:off x="7439937" y="1738312"/>
              <a:ext cx="1690114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3CD88FEC-38CA-940E-7C2C-E5A3F183F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43909" y="2173514"/>
              <a:ext cx="682170" cy="68217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55BC7C-45B0-9C82-8707-3DBB6B8B50D6}"/>
              </a:ext>
            </a:extLst>
          </p:cNvPr>
          <p:cNvSpPr txBox="1"/>
          <p:nvPr/>
        </p:nvSpPr>
        <p:spPr>
          <a:xfrm>
            <a:off x="1238978" y="1304476"/>
            <a:ext cx="240050" cy="175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dirty="0"/>
              <a:t>…..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7EE34D-77C7-20B5-4EDB-3EF7F5076157}"/>
              </a:ext>
            </a:extLst>
          </p:cNvPr>
          <p:cNvGrpSpPr/>
          <p:nvPr/>
        </p:nvGrpSpPr>
        <p:grpSpPr>
          <a:xfrm>
            <a:off x="4147495" y="597614"/>
            <a:ext cx="1031767" cy="737669"/>
            <a:chOff x="5417821" y="3726089"/>
            <a:chExt cx="2171700" cy="1552575"/>
          </a:xfrm>
          <a:solidFill>
            <a:schemeClr val="bg1"/>
          </a:solidFill>
          <a:scene3d>
            <a:camera prst="isometricOffAxis1Left"/>
            <a:lightRig rig="threePt" dir="t"/>
          </a:scene3d>
        </p:grpSpPr>
        <p:sp>
          <p:nvSpPr>
            <p:cNvPr id="59" name="Rectangle: Rounded Corners 33">
              <a:extLst>
                <a:ext uri="{FF2B5EF4-FFF2-40B4-BE49-F238E27FC236}">
                  <a16:creationId xmlns:a16="http://schemas.microsoft.com/office/drawing/2014/main" id="{4BA01D78-2425-FDE6-CC8B-835282F59342}"/>
                </a:ext>
              </a:extLst>
            </p:cNvPr>
            <p:cNvSpPr/>
            <p:nvPr/>
          </p:nvSpPr>
          <p:spPr>
            <a:xfrm>
              <a:off x="5417821" y="3726089"/>
              <a:ext cx="2171700" cy="1552575"/>
            </a:xfrm>
            <a:prstGeom prst="roundRect">
              <a:avLst>
                <a:gd name="adj" fmla="val 5931"/>
              </a:avLst>
            </a:prstGeom>
            <a:grpFill/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A0BFC5B-57AF-7039-3CA8-5996731FC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13567" y="3969553"/>
              <a:ext cx="682170" cy="682170"/>
            </a:xfrm>
            <a:prstGeom prst="rect">
              <a:avLst/>
            </a:prstGeom>
            <a:grpFill/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323CEA6-4C3A-A2A5-8005-F155F3B0A6DB}"/>
                </a:ext>
              </a:extLst>
            </p:cNvPr>
            <p:cNvCxnSpPr/>
            <p:nvPr/>
          </p:nvCxnSpPr>
          <p:spPr>
            <a:xfrm>
              <a:off x="5662717" y="4826809"/>
              <a:ext cx="1698171" cy="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4ABF58C-A7A2-5463-4109-AF2055EDEF3D}"/>
                </a:ext>
              </a:extLst>
            </p:cNvPr>
            <p:cNvCxnSpPr/>
            <p:nvPr/>
          </p:nvCxnSpPr>
          <p:spPr>
            <a:xfrm>
              <a:off x="566271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F03904B-6C23-956F-73A9-37CC3A11FCA2}"/>
                </a:ext>
              </a:extLst>
            </p:cNvPr>
            <p:cNvCxnSpPr/>
            <p:nvPr/>
          </p:nvCxnSpPr>
          <p:spPr>
            <a:xfrm>
              <a:off x="7360888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F17B10D-282C-BF27-7A1D-532A8EA08D52}"/>
                </a:ext>
              </a:extLst>
            </p:cNvPr>
            <p:cNvCxnSpPr/>
            <p:nvPr/>
          </p:nvCxnSpPr>
          <p:spPr>
            <a:xfrm>
              <a:off x="6497853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285B0A7-DEB8-11BE-5873-4186C5BCF1F9}"/>
                </a:ext>
              </a:extLst>
            </p:cNvPr>
            <p:cNvCxnSpPr/>
            <p:nvPr/>
          </p:nvCxnSpPr>
          <p:spPr>
            <a:xfrm>
              <a:off x="592442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B61136F-E79D-C9CD-DB1C-18D3BEDC38FF}"/>
                </a:ext>
              </a:extLst>
            </p:cNvPr>
            <p:cNvCxnSpPr/>
            <p:nvPr/>
          </p:nvCxnSpPr>
          <p:spPr>
            <a:xfrm>
              <a:off x="6207002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3ED0CC-3B4D-68F7-4317-2C8B100EDF37}"/>
                </a:ext>
              </a:extLst>
            </p:cNvPr>
            <p:cNvCxnSpPr/>
            <p:nvPr/>
          </p:nvCxnSpPr>
          <p:spPr>
            <a:xfrm>
              <a:off x="679437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F284EAA-3389-26DE-5DA1-F7E24BB17220}"/>
                </a:ext>
              </a:extLst>
            </p:cNvPr>
            <p:cNvCxnSpPr/>
            <p:nvPr/>
          </p:nvCxnSpPr>
          <p:spPr>
            <a:xfrm>
              <a:off x="7076952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1FEFB4-07BC-9F7C-DFB0-E457D7CB547D}"/>
                </a:ext>
              </a:extLst>
            </p:cNvPr>
            <p:cNvSpPr txBox="1"/>
            <p:nvPr/>
          </p:nvSpPr>
          <p:spPr>
            <a:xfrm>
              <a:off x="550271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93A1697-1CCB-15A5-E817-DA38ADECC791}"/>
                </a:ext>
              </a:extLst>
            </p:cNvPr>
            <p:cNvSpPr txBox="1"/>
            <p:nvPr/>
          </p:nvSpPr>
          <p:spPr>
            <a:xfrm>
              <a:off x="576442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947315C-1EC6-251E-4157-8DBB48CAA31A}"/>
                </a:ext>
              </a:extLst>
            </p:cNvPr>
            <p:cNvSpPr txBox="1"/>
            <p:nvPr/>
          </p:nvSpPr>
          <p:spPr>
            <a:xfrm>
              <a:off x="6047002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A0E3DB9-3B2B-4D3C-2FD3-76E487152FC3}"/>
                </a:ext>
              </a:extLst>
            </p:cNvPr>
            <p:cNvSpPr txBox="1"/>
            <p:nvPr/>
          </p:nvSpPr>
          <p:spPr>
            <a:xfrm>
              <a:off x="6337853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0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2D29863-BC1A-ABF1-9FAB-8C70A9386FDE}"/>
                </a:ext>
              </a:extLst>
            </p:cNvPr>
            <p:cNvSpPr txBox="1"/>
            <p:nvPr/>
          </p:nvSpPr>
          <p:spPr>
            <a:xfrm>
              <a:off x="663437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A1DD3C-C2B3-D4E8-DF71-B8288C5B7B26}"/>
                </a:ext>
              </a:extLst>
            </p:cNvPr>
            <p:cNvSpPr txBox="1"/>
            <p:nvPr/>
          </p:nvSpPr>
          <p:spPr>
            <a:xfrm>
              <a:off x="6916952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22C848B-6B54-925D-9C9E-4F96CBB145FB}"/>
                </a:ext>
              </a:extLst>
            </p:cNvPr>
            <p:cNvSpPr txBox="1"/>
            <p:nvPr/>
          </p:nvSpPr>
          <p:spPr>
            <a:xfrm>
              <a:off x="7200888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3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E6664D8-9C63-199F-3F90-100C26362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24404" y="3968926"/>
              <a:ext cx="682170" cy="682170"/>
            </a:xfrm>
            <a:prstGeom prst="rect">
              <a:avLst/>
            </a:prstGeom>
            <a:grpFill/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162C4BD-594B-2C64-5B61-A60D123D2AF3}"/>
              </a:ext>
            </a:extLst>
          </p:cNvPr>
          <p:cNvGrpSpPr/>
          <p:nvPr/>
        </p:nvGrpSpPr>
        <p:grpSpPr>
          <a:xfrm>
            <a:off x="3710143" y="584584"/>
            <a:ext cx="1031767" cy="737669"/>
            <a:chOff x="3706959" y="4351200"/>
            <a:chExt cx="2171700" cy="1552575"/>
          </a:xfrm>
        </p:grpSpPr>
        <p:sp>
          <p:nvSpPr>
            <p:cNvPr id="57" name="Rectangle: Rounded Corners 69">
              <a:extLst>
                <a:ext uri="{FF2B5EF4-FFF2-40B4-BE49-F238E27FC236}">
                  <a16:creationId xmlns:a16="http://schemas.microsoft.com/office/drawing/2014/main" id="{CDF7CAB5-3C58-07A9-115E-80879EB6F9E2}"/>
                </a:ext>
              </a:extLst>
            </p:cNvPr>
            <p:cNvSpPr/>
            <p:nvPr/>
          </p:nvSpPr>
          <p:spPr>
            <a:xfrm>
              <a:off x="3706959" y="4351200"/>
              <a:ext cx="2171700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  <a:scene3d>
              <a:camera prst="isometricOffAxis1Lef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ABE7B8A-9C6D-F164-11A1-4AF95407F296}"/>
                </a:ext>
              </a:extLst>
            </p:cNvPr>
            <p:cNvSpPr txBox="1"/>
            <p:nvPr/>
          </p:nvSpPr>
          <p:spPr>
            <a:xfrm>
              <a:off x="4618243" y="4950521"/>
              <a:ext cx="308098" cy="369332"/>
            </a:xfrm>
            <a:prstGeom prst="rect">
              <a:avLst/>
            </a:prstGeom>
            <a:noFill/>
            <a:scene3d>
              <a:camera prst="isometricOffAxis1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b="0" dirty="0"/>
                <a:t>+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38B6A4-E8F9-C191-E041-F6F16024C1BA}"/>
              </a:ext>
            </a:extLst>
          </p:cNvPr>
          <p:cNvGrpSpPr/>
          <p:nvPr/>
        </p:nvGrpSpPr>
        <p:grpSpPr>
          <a:xfrm>
            <a:off x="5178533" y="644671"/>
            <a:ext cx="1031767" cy="737669"/>
            <a:chOff x="5417821" y="3726089"/>
            <a:chExt cx="2171700" cy="1552575"/>
          </a:xfrm>
          <a:solidFill>
            <a:schemeClr val="bg1"/>
          </a:solidFill>
          <a:scene3d>
            <a:camera prst="isometricOffAxis1Left"/>
            <a:lightRig rig="threePt" dir="t"/>
          </a:scene3d>
        </p:grpSpPr>
        <p:sp>
          <p:nvSpPr>
            <p:cNvPr id="39" name="Rectangle: Rounded Corners 122">
              <a:extLst>
                <a:ext uri="{FF2B5EF4-FFF2-40B4-BE49-F238E27FC236}">
                  <a16:creationId xmlns:a16="http://schemas.microsoft.com/office/drawing/2014/main" id="{5B61024A-C808-75C9-7D4F-B4D5C222A7BF}"/>
                </a:ext>
              </a:extLst>
            </p:cNvPr>
            <p:cNvSpPr/>
            <p:nvPr/>
          </p:nvSpPr>
          <p:spPr>
            <a:xfrm>
              <a:off x="5417821" y="3726089"/>
              <a:ext cx="2171700" cy="1552575"/>
            </a:xfrm>
            <a:prstGeom prst="roundRect">
              <a:avLst>
                <a:gd name="adj" fmla="val 5931"/>
              </a:avLst>
            </a:prstGeom>
            <a:grpFill/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C059792-088A-B625-C433-AF426A800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13567" y="3969553"/>
              <a:ext cx="682170" cy="682170"/>
            </a:xfrm>
            <a:prstGeom prst="rect">
              <a:avLst/>
            </a:prstGeom>
            <a:grpFill/>
          </p:spPr>
        </p:pic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3AE8FD6-8CC6-B71A-EBFF-A3CCAC88BCB2}"/>
                </a:ext>
              </a:extLst>
            </p:cNvPr>
            <p:cNvCxnSpPr/>
            <p:nvPr/>
          </p:nvCxnSpPr>
          <p:spPr>
            <a:xfrm>
              <a:off x="5662717" y="4826809"/>
              <a:ext cx="1698171" cy="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F257B8-43FB-F08E-52E7-50B85E86A8A4}"/>
                </a:ext>
              </a:extLst>
            </p:cNvPr>
            <p:cNvCxnSpPr/>
            <p:nvPr/>
          </p:nvCxnSpPr>
          <p:spPr>
            <a:xfrm>
              <a:off x="566271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31BA37B-D422-B925-4C05-49A4331B346E}"/>
                </a:ext>
              </a:extLst>
            </p:cNvPr>
            <p:cNvCxnSpPr/>
            <p:nvPr/>
          </p:nvCxnSpPr>
          <p:spPr>
            <a:xfrm>
              <a:off x="7360888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D744D5-61DE-C46C-E314-6C6B8476DACE}"/>
                </a:ext>
              </a:extLst>
            </p:cNvPr>
            <p:cNvCxnSpPr/>
            <p:nvPr/>
          </p:nvCxnSpPr>
          <p:spPr>
            <a:xfrm>
              <a:off x="6497853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132B803-0F89-96D3-86BF-AFDF22725974}"/>
                </a:ext>
              </a:extLst>
            </p:cNvPr>
            <p:cNvCxnSpPr/>
            <p:nvPr/>
          </p:nvCxnSpPr>
          <p:spPr>
            <a:xfrm>
              <a:off x="592442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078AC9-CB80-D636-9FFB-0F518DD722A3}"/>
                </a:ext>
              </a:extLst>
            </p:cNvPr>
            <p:cNvCxnSpPr/>
            <p:nvPr/>
          </p:nvCxnSpPr>
          <p:spPr>
            <a:xfrm>
              <a:off x="6207002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28FB0F9-6A32-6F3C-09DF-FF369025C90B}"/>
                </a:ext>
              </a:extLst>
            </p:cNvPr>
            <p:cNvCxnSpPr/>
            <p:nvPr/>
          </p:nvCxnSpPr>
          <p:spPr>
            <a:xfrm>
              <a:off x="6794377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55A3217-1580-390F-2247-CCFABFE767ED}"/>
                </a:ext>
              </a:extLst>
            </p:cNvPr>
            <p:cNvCxnSpPr/>
            <p:nvPr/>
          </p:nvCxnSpPr>
          <p:spPr>
            <a:xfrm>
              <a:off x="7076952" y="4772834"/>
              <a:ext cx="0" cy="107950"/>
            </a:xfrm>
            <a:prstGeom prst="line">
              <a:avLst/>
            </a:prstGeom>
            <a:grpFill/>
          </p:spPr>
          <p:style>
            <a:lnRef idx="1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D793A99-4C70-07B0-1284-B428EE7959CC}"/>
                </a:ext>
              </a:extLst>
            </p:cNvPr>
            <p:cNvSpPr txBox="1"/>
            <p:nvPr/>
          </p:nvSpPr>
          <p:spPr>
            <a:xfrm>
              <a:off x="550271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-3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74A4232-120E-73B6-787B-CF44B4B54AAB}"/>
                </a:ext>
              </a:extLst>
            </p:cNvPr>
            <p:cNvSpPr txBox="1"/>
            <p:nvPr/>
          </p:nvSpPr>
          <p:spPr>
            <a:xfrm>
              <a:off x="576442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C7B4A7-8999-BF65-B1C2-31C1A05A30DD}"/>
                </a:ext>
              </a:extLst>
            </p:cNvPr>
            <p:cNvSpPr txBox="1"/>
            <p:nvPr/>
          </p:nvSpPr>
          <p:spPr>
            <a:xfrm>
              <a:off x="6047002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-1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4E3E493-93F2-8D24-6CCC-F9E63D08742A}"/>
                </a:ext>
              </a:extLst>
            </p:cNvPr>
            <p:cNvSpPr txBox="1"/>
            <p:nvPr/>
          </p:nvSpPr>
          <p:spPr>
            <a:xfrm>
              <a:off x="6337853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86AF1B-636E-5DA9-F8A0-E00A1E5336B7}"/>
                </a:ext>
              </a:extLst>
            </p:cNvPr>
            <p:cNvSpPr txBox="1"/>
            <p:nvPr/>
          </p:nvSpPr>
          <p:spPr>
            <a:xfrm>
              <a:off x="6634377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1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7A19E9E-03FC-2399-49C4-8F3E9ACE8CEE}"/>
                </a:ext>
              </a:extLst>
            </p:cNvPr>
            <p:cNvSpPr txBox="1"/>
            <p:nvPr/>
          </p:nvSpPr>
          <p:spPr>
            <a:xfrm>
              <a:off x="6916952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2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B35935-3DDC-6B75-9878-67EF19EC0E58}"/>
                </a:ext>
              </a:extLst>
            </p:cNvPr>
            <p:cNvSpPr txBox="1"/>
            <p:nvPr/>
          </p:nvSpPr>
          <p:spPr>
            <a:xfrm>
              <a:off x="7200888" y="4852801"/>
              <a:ext cx="320000" cy="220000"/>
            </a:xfrm>
            <a:prstGeom prst="rect">
              <a:avLst/>
            </a:prstGeom>
            <a:grpFill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450" b="0" dirty="0">
                  <a:latin typeface="Arial"/>
                </a:rPr>
                <a:t>3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B858768-708B-90C6-2D47-DBD096CDD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24404" y="3968926"/>
              <a:ext cx="682170" cy="682170"/>
            </a:xfrm>
            <a:prstGeom prst="rect">
              <a:avLst/>
            </a:prstGeom>
            <a:grpFill/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324E211-7A97-4076-0FAD-8C23D4549D33}"/>
              </a:ext>
            </a:extLst>
          </p:cNvPr>
          <p:cNvSpPr txBox="1"/>
          <p:nvPr/>
        </p:nvSpPr>
        <p:spPr>
          <a:xfrm>
            <a:off x="978918" y="1588958"/>
            <a:ext cx="589452" cy="266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0.5 s for each image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19069-341A-A6D6-43AC-8235CA144C35}"/>
              </a:ext>
            </a:extLst>
          </p:cNvPr>
          <p:cNvSpPr txBox="1"/>
          <p:nvPr/>
        </p:nvSpPr>
        <p:spPr>
          <a:xfrm>
            <a:off x="1854542" y="1590439"/>
            <a:ext cx="495200" cy="24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until response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094E4B-64C5-7A21-DCC2-B25889611E64}"/>
              </a:ext>
            </a:extLst>
          </p:cNvPr>
          <p:cNvGrpSpPr/>
          <p:nvPr/>
        </p:nvGrpSpPr>
        <p:grpSpPr>
          <a:xfrm>
            <a:off x="368300" y="614888"/>
            <a:ext cx="802967" cy="737669"/>
            <a:chOff x="759355" y="1632889"/>
            <a:chExt cx="1690114" cy="1552575"/>
          </a:xfrm>
          <a:scene3d>
            <a:camera prst="isometricOffAxis1Left"/>
            <a:lightRig rig="threePt" dir="t"/>
          </a:scene3d>
        </p:grpSpPr>
        <p:sp>
          <p:nvSpPr>
            <p:cNvPr id="37" name="Rectangle: Rounded Corners 31">
              <a:extLst>
                <a:ext uri="{FF2B5EF4-FFF2-40B4-BE49-F238E27FC236}">
                  <a16:creationId xmlns:a16="http://schemas.microsoft.com/office/drawing/2014/main" id="{59BB539D-0262-FB61-A7A4-EB21233337B2}"/>
                </a:ext>
              </a:extLst>
            </p:cNvPr>
            <p:cNvSpPr/>
            <p:nvPr/>
          </p:nvSpPr>
          <p:spPr>
            <a:xfrm>
              <a:off x="759355" y="1632889"/>
              <a:ext cx="1690114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81B13B-4963-D587-F2EF-0B6E6D5DD5D2}"/>
                </a:ext>
              </a:extLst>
            </p:cNvPr>
            <p:cNvSpPr txBox="1"/>
            <p:nvPr/>
          </p:nvSpPr>
          <p:spPr>
            <a:xfrm>
              <a:off x="1450362" y="2194369"/>
              <a:ext cx="516906" cy="485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0" dirty="0"/>
                <a:t>+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17F7CF1-A437-AC8F-5A75-0A00EB0B1503}"/>
              </a:ext>
            </a:extLst>
          </p:cNvPr>
          <p:cNvSpPr txBox="1"/>
          <p:nvPr/>
        </p:nvSpPr>
        <p:spPr>
          <a:xfrm>
            <a:off x="2373708" y="1294601"/>
            <a:ext cx="240050" cy="175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dirty="0"/>
              <a:t>…..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3BE95-06EE-9EAF-5594-58F31ECA9D6A}"/>
              </a:ext>
            </a:extLst>
          </p:cNvPr>
          <p:cNvSpPr txBox="1"/>
          <p:nvPr/>
        </p:nvSpPr>
        <p:spPr>
          <a:xfrm>
            <a:off x="1603853" y="1609015"/>
            <a:ext cx="272037" cy="146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0.7 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4DDF66-B35F-C5E7-7A4E-B8ED46FFCD20}"/>
              </a:ext>
            </a:extLst>
          </p:cNvPr>
          <p:cNvSpPr txBox="1"/>
          <p:nvPr/>
        </p:nvSpPr>
        <p:spPr>
          <a:xfrm>
            <a:off x="633764" y="1609016"/>
            <a:ext cx="272037" cy="146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1.0 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F1AE4-3ACC-9FCD-61EB-FB67D45C1C9F}"/>
              </a:ext>
            </a:extLst>
          </p:cNvPr>
          <p:cNvSpPr txBox="1"/>
          <p:nvPr/>
        </p:nvSpPr>
        <p:spPr>
          <a:xfrm>
            <a:off x="2663240" y="1596150"/>
            <a:ext cx="495200" cy="24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until response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91619E-8A79-6A20-BD1E-BA133060DF16}"/>
              </a:ext>
            </a:extLst>
          </p:cNvPr>
          <p:cNvSpPr txBox="1"/>
          <p:nvPr/>
        </p:nvSpPr>
        <p:spPr>
          <a:xfrm>
            <a:off x="2402058" y="1609014"/>
            <a:ext cx="272037" cy="146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0.7 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D870AA-2CBC-CC12-B63C-2C5B03B5C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6775" y="909783"/>
            <a:ext cx="324096" cy="324117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34E3062-B689-2428-0198-9D6E47D92D4D}"/>
              </a:ext>
            </a:extLst>
          </p:cNvPr>
          <p:cNvCxnSpPr>
            <a:cxnSpLocks/>
          </p:cNvCxnSpPr>
          <p:nvPr/>
        </p:nvCxnSpPr>
        <p:spPr>
          <a:xfrm>
            <a:off x="3766090" y="1081979"/>
            <a:ext cx="130581" cy="289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0A36FB-DDF0-6D82-4E29-490A95E9CFCE}"/>
              </a:ext>
            </a:extLst>
          </p:cNvPr>
          <p:cNvCxnSpPr>
            <a:cxnSpLocks/>
          </p:cNvCxnSpPr>
          <p:nvPr/>
        </p:nvCxnSpPr>
        <p:spPr>
          <a:xfrm>
            <a:off x="3192154" y="1084111"/>
            <a:ext cx="130581" cy="2893"/>
          </a:xfrm>
          <a:prstGeom prst="straightConnector1">
            <a:avLst/>
          </a:prstGeom>
          <a:ln w="635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B51B6-32C2-1B05-F409-7A13903CF29C}"/>
              </a:ext>
            </a:extLst>
          </p:cNvPr>
          <p:cNvGrpSpPr/>
          <p:nvPr/>
        </p:nvGrpSpPr>
        <p:grpSpPr>
          <a:xfrm>
            <a:off x="4741530" y="621832"/>
            <a:ext cx="1031767" cy="737669"/>
            <a:chOff x="3706959" y="4351200"/>
            <a:chExt cx="2171700" cy="1552575"/>
          </a:xfrm>
        </p:grpSpPr>
        <p:sp>
          <p:nvSpPr>
            <p:cNvPr id="35" name="Rectangle: Rounded Corners 140">
              <a:extLst>
                <a:ext uri="{FF2B5EF4-FFF2-40B4-BE49-F238E27FC236}">
                  <a16:creationId xmlns:a16="http://schemas.microsoft.com/office/drawing/2014/main" id="{E3621C01-2DB0-F0E2-4F2C-F36132DEBF61}"/>
                </a:ext>
              </a:extLst>
            </p:cNvPr>
            <p:cNvSpPr/>
            <p:nvPr/>
          </p:nvSpPr>
          <p:spPr>
            <a:xfrm>
              <a:off x="3706959" y="4351200"/>
              <a:ext cx="2171700" cy="1552575"/>
            </a:xfrm>
            <a:prstGeom prst="roundRect">
              <a:avLst>
                <a:gd name="adj" fmla="val 5931"/>
              </a:avLst>
            </a:prstGeom>
            <a:solidFill>
              <a:schemeClr val="bg1"/>
            </a:solidFill>
            <a:ln w="9525" cap="flat">
              <a:solidFill>
                <a:schemeClr val="tx1"/>
              </a:solidFill>
            </a:ln>
            <a:scene3d>
              <a:camera prst="isometricOffAxis1Lef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B21984-E52C-6953-4F5D-0AB3FA787119}"/>
                </a:ext>
              </a:extLst>
            </p:cNvPr>
            <p:cNvSpPr txBox="1"/>
            <p:nvPr/>
          </p:nvSpPr>
          <p:spPr>
            <a:xfrm>
              <a:off x="4618243" y="4950521"/>
              <a:ext cx="308098" cy="369332"/>
            </a:xfrm>
            <a:prstGeom prst="rect">
              <a:avLst/>
            </a:prstGeom>
            <a:noFill/>
            <a:scene3d>
              <a:camera prst="isometricOffAxis1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900" b="0" dirty="0"/>
                <a:t>+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9936F78-032D-5724-BD3A-05CA471B930D}"/>
              </a:ext>
            </a:extLst>
          </p:cNvPr>
          <p:cNvSpPr txBox="1"/>
          <p:nvPr/>
        </p:nvSpPr>
        <p:spPr>
          <a:xfrm>
            <a:off x="4944850" y="1270383"/>
            <a:ext cx="240050" cy="175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0" dirty="0"/>
              <a:t>…..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A049F1-1460-494F-2D75-90DD4CEAE973}"/>
              </a:ext>
            </a:extLst>
          </p:cNvPr>
          <p:cNvSpPr txBox="1"/>
          <p:nvPr/>
        </p:nvSpPr>
        <p:spPr>
          <a:xfrm>
            <a:off x="4419641" y="1588969"/>
            <a:ext cx="495200" cy="24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until response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1CB05E-B65B-80D8-4F8B-37F3666E5073}"/>
              </a:ext>
            </a:extLst>
          </p:cNvPr>
          <p:cNvSpPr txBox="1"/>
          <p:nvPr/>
        </p:nvSpPr>
        <p:spPr>
          <a:xfrm>
            <a:off x="4080260" y="1609014"/>
            <a:ext cx="272037" cy="146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0.7 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C46E7E-9230-8532-A1A0-9422F3D2D00E}"/>
              </a:ext>
            </a:extLst>
          </p:cNvPr>
          <p:cNvSpPr txBox="1"/>
          <p:nvPr/>
        </p:nvSpPr>
        <p:spPr>
          <a:xfrm>
            <a:off x="5450679" y="1598690"/>
            <a:ext cx="495200" cy="24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until response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2D2526-F656-0EC1-E753-4BEB58330F81}"/>
              </a:ext>
            </a:extLst>
          </p:cNvPr>
          <p:cNvSpPr txBox="1"/>
          <p:nvPr/>
        </p:nvSpPr>
        <p:spPr>
          <a:xfrm>
            <a:off x="5111647" y="1609692"/>
            <a:ext cx="272037" cy="1462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5" dirty="0">
                <a:latin typeface="Arial" panose="020B0604020202020204" pitchFamily="34" charset="0"/>
                <a:cs typeface="Arial" panose="020B0604020202020204" pitchFamily="34" charset="0"/>
              </a:rPr>
              <a:t>0.7 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982CF60-A676-9684-4C85-76CBEFC6B95C}"/>
              </a:ext>
            </a:extLst>
          </p:cNvPr>
          <p:cNvCxnSpPr>
            <a:cxnSpLocks/>
          </p:cNvCxnSpPr>
          <p:nvPr/>
        </p:nvCxnSpPr>
        <p:spPr>
          <a:xfrm>
            <a:off x="559911" y="1550316"/>
            <a:ext cx="2762824" cy="0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7E77E5-FABC-D2D1-1C99-EA360768095E}"/>
              </a:ext>
            </a:extLst>
          </p:cNvPr>
          <p:cNvCxnSpPr>
            <a:cxnSpLocks/>
          </p:cNvCxnSpPr>
          <p:nvPr/>
        </p:nvCxnSpPr>
        <p:spPr>
          <a:xfrm>
            <a:off x="3958426" y="1550316"/>
            <a:ext cx="2008354" cy="0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40C487-0C20-3D4F-889F-10316282775F}"/>
              </a:ext>
            </a:extLst>
          </p:cNvPr>
          <p:cNvSpPr txBox="1"/>
          <p:nvPr/>
        </p:nvSpPr>
        <p:spPr>
          <a:xfrm>
            <a:off x="3214711" y="463155"/>
            <a:ext cx="83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Median-ranked image: </a:t>
            </a:r>
            <a:r>
              <a:rPr lang="en-US" altLang="zh-CN" sz="6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amiliar stimuli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1F124-9FD5-9898-F940-E5F88378CCE0}"/>
              </a:ext>
            </a:extLst>
          </p:cNvPr>
          <p:cNvSpPr txBox="1"/>
          <p:nvPr/>
        </p:nvSpPr>
        <p:spPr>
          <a:xfrm>
            <a:off x="191720" y="104045"/>
            <a:ext cx="227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0691E04-42B9-2B2C-63CF-61A688F75A25}"/>
              </a:ext>
            </a:extLst>
          </p:cNvPr>
          <p:cNvSpPr txBox="1"/>
          <p:nvPr/>
        </p:nvSpPr>
        <p:spPr>
          <a:xfrm>
            <a:off x="538384" y="130139"/>
            <a:ext cx="32929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Task sequence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ED2D91-572B-8FFF-2AC3-423C21702BBC}"/>
              </a:ext>
            </a:extLst>
          </p:cNvPr>
          <p:cNvGrpSpPr/>
          <p:nvPr/>
        </p:nvGrpSpPr>
        <p:grpSpPr>
          <a:xfrm>
            <a:off x="481785" y="2167591"/>
            <a:ext cx="2056291" cy="1895998"/>
            <a:chOff x="903286" y="27071666"/>
            <a:chExt cx="6727826" cy="6484838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164BEB89-36D6-6F5D-BFD3-188E405305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3" b="75470"/>
            <a:stretch/>
          </p:blipFill>
          <p:spPr bwMode="auto">
            <a:xfrm>
              <a:off x="903287" y="27071666"/>
              <a:ext cx="6727825" cy="1481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20BB3E6A-5F8D-6DA8-D56C-E9F0F2117E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748" b="50655"/>
            <a:stretch/>
          </p:blipFill>
          <p:spPr bwMode="auto">
            <a:xfrm>
              <a:off x="903287" y="28748838"/>
              <a:ext cx="6727825" cy="1481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1659DF95-8F31-484E-C578-C136FA2220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462" b="25768"/>
            <a:stretch/>
          </p:blipFill>
          <p:spPr bwMode="auto">
            <a:xfrm>
              <a:off x="903287" y="30426010"/>
              <a:ext cx="6727825" cy="1492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AF3ABB26-7A71-8EE3-9607-B136320C66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544" b="882"/>
            <a:stretch/>
          </p:blipFill>
          <p:spPr bwMode="auto">
            <a:xfrm>
              <a:off x="903286" y="32076954"/>
              <a:ext cx="6727825" cy="1479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C888E8D-5957-2752-97F1-C2DA7C6F57C6}"/>
              </a:ext>
            </a:extLst>
          </p:cNvPr>
          <p:cNvGrpSpPr/>
          <p:nvPr/>
        </p:nvGrpSpPr>
        <p:grpSpPr>
          <a:xfrm>
            <a:off x="2765826" y="3223260"/>
            <a:ext cx="964948" cy="898845"/>
            <a:chOff x="302256" y="2385790"/>
            <a:chExt cx="2688159" cy="2674630"/>
          </a:xfrm>
        </p:grpSpPr>
        <p:pic>
          <p:nvPicPr>
            <p:cNvPr id="126" name="Picture 125" descr="A road with a snowy mountain in the background&#10;&#10;AI-generated content may be incorrect.">
              <a:extLst>
                <a:ext uri="{FF2B5EF4-FFF2-40B4-BE49-F238E27FC236}">
                  <a16:creationId xmlns:a16="http://schemas.microsoft.com/office/drawing/2014/main" id="{C95A0123-3FA5-A603-062C-B710C8D4E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95" y="2385790"/>
              <a:ext cx="1259820" cy="1259820"/>
            </a:xfrm>
            <a:prstGeom prst="rect">
              <a:avLst/>
            </a:prstGeom>
          </p:spPr>
        </p:pic>
        <p:pic>
          <p:nvPicPr>
            <p:cNvPr id="127" name="Picture 126" descr="A river flowing through a forest with Huka Falls in the background&#10;&#10;AI-generated content may be incorrect.">
              <a:extLst>
                <a:ext uri="{FF2B5EF4-FFF2-40B4-BE49-F238E27FC236}">
                  <a16:creationId xmlns:a16="http://schemas.microsoft.com/office/drawing/2014/main" id="{7C45292D-7BF2-6EFB-B0C3-FEACEF36B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56" y="3800600"/>
              <a:ext cx="1259820" cy="1259820"/>
            </a:xfrm>
            <a:prstGeom prst="rect">
              <a:avLst/>
            </a:prstGeom>
          </p:spPr>
        </p:pic>
        <p:pic>
          <p:nvPicPr>
            <p:cNvPr id="128" name="Picture 127" descr="A beach with waves crashing on the shore&#10;&#10;AI-generated content may be incorrect.">
              <a:extLst>
                <a:ext uri="{FF2B5EF4-FFF2-40B4-BE49-F238E27FC236}">
                  <a16:creationId xmlns:a16="http://schemas.microsoft.com/office/drawing/2014/main" id="{2BC6B326-67AC-7D6F-82C5-403B27F5C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56" y="2385790"/>
              <a:ext cx="1259820" cy="1259820"/>
            </a:xfrm>
            <a:prstGeom prst="rect">
              <a:avLst/>
            </a:prstGeom>
          </p:spPr>
        </p:pic>
        <p:pic>
          <p:nvPicPr>
            <p:cNvPr id="129" name="Picture 128" descr="Footprints in the sand&#10;&#10;AI-generated content may be incorrect.">
              <a:extLst>
                <a:ext uri="{FF2B5EF4-FFF2-40B4-BE49-F238E27FC236}">
                  <a16:creationId xmlns:a16="http://schemas.microsoft.com/office/drawing/2014/main" id="{C015FAEB-34AC-A933-3342-95F0C3867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95" y="3800600"/>
              <a:ext cx="1259820" cy="1259820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06BE356-CEAE-BF3A-3FD7-E1A895F47DA0}"/>
              </a:ext>
            </a:extLst>
          </p:cNvPr>
          <p:cNvGrpSpPr/>
          <p:nvPr/>
        </p:nvGrpSpPr>
        <p:grpSpPr>
          <a:xfrm>
            <a:off x="2741490" y="2069013"/>
            <a:ext cx="987669" cy="921853"/>
            <a:chOff x="391323" y="4219738"/>
            <a:chExt cx="2891903" cy="2754820"/>
          </a:xfrm>
        </p:grpSpPr>
        <p:pic>
          <p:nvPicPr>
            <p:cNvPr id="131" name="Picture 130" descr="A black and white butterfly&#10;&#10;AI-generated content may be incorrect.">
              <a:extLst>
                <a:ext uri="{FF2B5EF4-FFF2-40B4-BE49-F238E27FC236}">
                  <a16:creationId xmlns:a16="http://schemas.microsoft.com/office/drawing/2014/main" id="{CFE5DB29-A4FB-1A5C-F5E9-B6DE0CC53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816" y="5597148"/>
              <a:ext cx="1377410" cy="1377410"/>
            </a:xfrm>
            <a:prstGeom prst="rect">
              <a:avLst/>
            </a:prstGeom>
          </p:spPr>
        </p:pic>
        <p:pic>
          <p:nvPicPr>
            <p:cNvPr id="132" name="Picture 131" descr="A black circle with a white background&#10;&#10;AI-generated content may be incorrect.">
              <a:extLst>
                <a:ext uri="{FF2B5EF4-FFF2-40B4-BE49-F238E27FC236}">
                  <a16:creationId xmlns:a16="http://schemas.microsoft.com/office/drawing/2014/main" id="{582B3280-9952-F4B9-7CA3-7E5914955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323" y="5597148"/>
              <a:ext cx="1377410" cy="1377410"/>
            </a:xfrm>
            <a:prstGeom prst="rect">
              <a:avLst/>
            </a:prstGeom>
          </p:spPr>
        </p:pic>
        <p:pic>
          <p:nvPicPr>
            <p:cNvPr id="133" name="Picture 132" descr="A black and white swirly design&#10;&#10;AI-generated content may be incorrect.">
              <a:extLst>
                <a:ext uri="{FF2B5EF4-FFF2-40B4-BE49-F238E27FC236}">
                  <a16:creationId xmlns:a16="http://schemas.microsoft.com/office/drawing/2014/main" id="{A041D433-BADD-4925-DB07-0661EEC9C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323" y="4219738"/>
              <a:ext cx="1377410" cy="1377410"/>
            </a:xfrm>
            <a:prstGeom prst="rect">
              <a:avLst/>
            </a:prstGeom>
          </p:spPr>
        </p:pic>
        <p:pic>
          <p:nvPicPr>
            <p:cNvPr id="134" name="Picture 133" descr="A black line drawing on a white background&#10;&#10;AI-generated content may be incorrect.">
              <a:extLst>
                <a:ext uri="{FF2B5EF4-FFF2-40B4-BE49-F238E27FC236}">
                  <a16:creationId xmlns:a16="http://schemas.microsoft.com/office/drawing/2014/main" id="{C9DB59EF-076D-8CF5-70CD-66E787E7E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816" y="4219738"/>
              <a:ext cx="1377410" cy="1377410"/>
            </a:xfrm>
            <a:prstGeom prst="rect">
              <a:avLst/>
            </a:prstGeom>
          </p:spPr>
        </p:pic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CF74D84D-3B00-2081-4CD9-20EF2D39E4E0}"/>
              </a:ext>
            </a:extLst>
          </p:cNvPr>
          <p:cNvSpPr txBox="1"/>
          <p:nvPr/>
        </p:nvSpPr>
        <p:spPr>
          <a:xfrm>
            <a:off x="191720" y="1906427"/>
            <a:ext cx="227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87D415B-F378-F53F-09A7-1B646B5B1188}"/>
              </a:ext>
            </a:extLst>
          </p:cNvPr>
          <p:cNvSpPr txBox="1"/>
          <p:nvPr/>
        </p:nvSpPr>
        <p:spPr>
          <a:xfrm>
            <a:off x="559911" y="1910148"/>
            <a:ext cx="32929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Visual stimulus categories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9C0C8C7-DE11-ED79-7B0A-1B4B12172EBF}"/>
              </a:ext>
            </a:extLst>
          </p:cNvPr>
          <p:cNvSpPr txBox="1"/>
          <p:nvPr/>
        </p:nvSpPr>
        <p:spPr>
          <a:xfrm>
            <a:off x="569197" y="4165285"/>
            <a:ext cx="409721" cy="111760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r>
              <a:rPr lang="en-US" sz="600" b="1">
                <a:solidFill>
                  <a:srgbClr val="111111"/>
                </a:solidFill>
                <a:latin typeface="Arial"/>
                <a:cs typeface="Arial"/>
              </a:rPr>
              <a:t>Faces</a:t>
            </a:r>
            <a:endParaRPr lang="en-US" sz="600" b="1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881A43E-C0BD-DBC9-D483-AB53A2413F83}"/>
              </a:ext>
            </a:extLst>
          </p:cNvPr>
          <p:cNvSpPr txBox="1"/>
          <p:nvPr/>
        </p:nvSpPr>
        <p:spPr>
          <a:xfrm>
            <a:off x="2741490" y="3034046"/>
            <a:ext cx="987668" cy="111760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r>
              <a:rPr lang="en-US" sz="600" b="1">
                <a:solidFill>
                  <a:srgbClr val="111111"/>
                </a:solidFill>
                <a:latin typeface="Arial"/>
                <a:cs typeface="Arial"/>
              </a:rPr>
              <a:t>Geometric figures</a:t>
            </a:r>
            <a:endParaRPr lang="en-US" sz="600" b="1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52E9CA8-2969-52AE-F7B7-FC5C677CEAAE}"/>
              </a:ext>
            </a:extLst>
          </p:cNvPr>
          <p:cNvSpPr txBox="1"/>
          <p:nvPr/>
        </p:nvSpPr>
        <p:spPr>
          <a:xfrm>
            <a:off x="2765826" y="4165285"/>
            <a:ext cx="964948" cy="111760"/>
          </a:xfrm>
          <a:prstGeom prst="rect">
            <a:avLst/>
          </a:prstGeom>
          <a:noFill/>
        </p:spPr>
        <p:txBody>
          <a:bodyPr wrap="none" anchor="ctr" anchorCtr="0">
            <a:noAutofit/>
          </a:bodyPr>
          <a:lstStyle/>
          <a:p>
            <a:r>
              <a:rPr lang="en-US" sz="600" b="1">
                <a:solidFill>
                  <a:srgbClr val="111111"/>
                </a:solidFill>
                <a:latin typeface="Arial"/>
                <a:cs typeface="Arial"/>
              </a:rPr>
              <a:t>Natural scenes</a:t>
            </a:r>
            <a:endParaRPr lang="en-US" sz="600" b="1" dirty="0">
              <a:solidFill>
                <a:srgbClr val="111111"/>
              </a:solidFill>
              <a:latin typeface="Arial"/>
              <a:cs typeface="Arial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2EA31A6-DF08-684E-B97E-12FF57560FD3}"/>
              </a:ext>
            </a:extLst>
          </p:cNvPr>
          <p:cNvSpPr txBox="1"/>
          <p:nvPr/>
        </p:nvSpPr>
        <p:spPr>
          <a:xfrm>
            <a:off x="3930650" y="1906270"/>
            <a:ext cx="228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202020"/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60D6F80-5F9E-5A40-89D4-1F28D0B0D841}"/>
              </a:ext>
            </a:extLst>
          </p:cNvPr>
          <p:cNvSpPr txBox="1"/>
          <p:nvPr/>
        </p:nvSpPr>
        <p:spPr>
          <a:xfrm>
            <a:off x="4298950" y="1908810"/>
            <a:ext cx="1955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202020"/>
                </a:solidFill>
                <a:latin typeface="Arial"/>
                <a:cs typeface="Arial"/>
              </a:rPr>
              <a:t>Questionnaires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BC52147C-0F2B-324D-B465-0676D3A2F1D2}"/>
              </a:ext>
            </a:extLst>
          </p:cNvPr>
          <p:cNvSpPr/>
          <p:nvPr/>
        </p:nvSpPr>
        <p:spPr>
          <a:xfrm>
            <a:off x="4006850" y="2095500"/>
            <a:ext cx="2247900" cy="6985"/>
          </a:xfrm>
          <a:prstGeom prst="rect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B6C5964-EF25-B442-B7A7-CCC38AE28851}"/>
              </a:ext>
            </a:extLst>
          </p:cNvPr>
          <p:cNvSpPr txBox="1"/>
          <p:nvPr/>
        </p:nvSpPr>
        <p:spPr>
          <a:xfrm>
            <a:off x="4006850" y="2159000"/>
            <a:ext cx="1587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500">
                <a:solidFill>
                  <a:srgbClr val="6A6A6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1BE880C-9991-F64B-832E-360D70A566A4}"/>
              </a:ext>
            </a:extLst>
          </p:cNvPr>
          <p:cNvSpPr txBox="1"/>
          <p:nvPr/>
        </p:nvSpPr>
        <p:spPr>
          <a:xfrm>
            <a:off x="4229100" y="2159000"/>
            <a:ext cx="2025650" cy="107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00" b="1" dirty="0">
                <a:solidFill>
                  <a:srgbClr val="202020"/>
                </a:solidFill>
                <a:latin typeface="Arial"/>
                <a:cs typeface="Arial"/>
              </a:rPr>
              <a:t>Daily Life Familiarity/Novelty Preference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AECF8ED-414D-AC4E-8969-DB1783B19839}"/>
              </a:ext>
            </a:extLst>
          </p:cNvPr>
          <p:cNvSpPr txBox="1"/>
          <p:nvPr/>
        </p:nvSpPr>
        <p:spPr>
          <a:xfrm>
            <a:off x="4229100" y="2286000"/>
            <a:ext cx="2025650" cy="215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65">
                <a:solidFill>
                  <a:srgbClr val="505050"/>
                </a:solidFill>
                <a:latin typeface="Arial"/>
                <a:cs typeface="Arial"/>
              </a:rPr>
              <a:t>Preferences across 8 domains: food, activities, movies,
restaurants, clothes, games, books, and snacks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921CAD3-BB3D-4B4B-B0F1-2486972F200F}"/>
              </a:ext>
            </a:extLst>
          </p:cNvPr>
          <p:cNvSpPr/>
          <p:nvPr/>
        </p:nvSpPr>
        <p:spPr>
          <a:xfrm>
            <a:off x="4006850" y="2552700"/>
            <a:ext cx="2247900" cy="6985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551E056-6976-4E41-A5F0-4C33E6F9AD3F}"/>
              </a:ext>
            </a:extLst>
          </p:cNvPr>
          <p:cNvSpPr txBox="1"/>
          <p:nvPr/>
        </p:nvSpPr>
        <p:spPr>
          <a:xfrm>
            <a:off x="4006850" y="2603500"/>
            <a:ext cx="1587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500">
                <a:solidFill>
                  <a:srgbClr val="6A6A6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CB2E667-3218-8C49-B15A-7F40A92BC99F}"/>
              </a:ext>
            </a:extLst>
          </p:cNvPr>
          <p:cNvSpPr txBox="1"/>
          <p:nvPr/>
        </p:nvSpPr>
        <p:spPr>
          <a:xfrm>
            <a:off x="4229100" y="2603500"/>
            <a:ext cx="2025650" cy="107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202020"/>
                </a:solidFill>
                <a:latin typeface="Arial"/>
                <a:cs typeface="Arial"/>
              </a:rPr>
              <a:t>Autism-Spectrum Quotient (AQ)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A0AD0D6-D08A-5A45-B66D-E210A2D95D47}"/>
              </a:ext>
            </a:extLst>
          </p:cNvPr>
          <p:cNvSpPr txBox="1"/>
          <p:nvPr/>
        </p:nvSpPr>
        <p:spPr>
          <a:xfrm>
            <a:off x="4229100" y="2730500"/>
            <a:ext cx="20256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65">
                <a:solidFill>
                  <a:srgbClr val="505050"/>
                </a:solidFill>
                <a:latin typeface="Arial"/>
                <a:cs typeface="Arial"/>
              </a:rPr>
              <a:t>Adult autistic traits; total score 0–50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46A2A67-3B57-834A-B6DE-E1A07A6EA9FD}"/>
              </a:ext>
            </a:extLst>
          </p:cNvPr>
          <p:cNvSpPr/>
          <p:nvPr/>
        </p:nvSpPr>
        <p:spPr>
          <a:xfrm>
            <a:off x="4006850" y="2908300"/>
            <a:ext cx="2247900" cy="6985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3AEB70A-7077-9645-A7C2-1F2433E349B0}"/>
              </a:ext>
            </a:extLst>
          </p:cNvPr>
          <p:cNvSpPr txBox="1"/>
          <p:nvPr/>
        </p:nvSpPr>
        <p:spPr>
          <a:xfrm>
            <a:off x="4006850" y="2959100"/>
            <a:ext cx="1587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500">
                <a:solidFill>
                  <a:srgbClr val="6A6A6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4992CF9-E7A9-7B4C-BFC8-D76B796ACF10}"/>
              </a:ext>
            </a:extLst>
          </p:cNvPr>
          <p:cNvSpPr txBox="1"/>
          <p:nvPr/>
        </p:nvSpPr>
        <p:spPr>
          <a:xfrm>
            <a:off x="4229100" y="2959100"/>
            <a:ext cx="2025650" cy="107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202020"/>
                </a:solidFill>
                <a:latin typeface="Arial"/>
                <a:cs typeface="Arial"/>
              </a:rPr>
              <a:t>“Maemuki” Attitude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CEF9D17-0EF3-8342-ABAB-A61B9C3B00A9}"/>
              </a:ext>
            </a:extLst>
          </p:cNvPr>
          <p:cNvSpPr txBox="1"/>
          <p:nvPr/>
        </p:nvSpPr>
        <p:spPr>
          <a:xfrm>
            <a:off x="4229100" y="3086100"/>
            <a:ext cx="202565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65">
                <a:solidFill>
                  <a:srgbClr val="505050"/>
                </a:solidFill>
                <a:latin typeface="Arial"/>
                <a:cs typeface="Arial"/>
              </a:rPr>
              <a:t>Resilience-related traits: trust, coping, social skills, perspective,
discipline, community, growth, and self-worth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C7D1F1CE-1A1A-DF4F-BEFC-9DE61D902426}"/>
              </a:ext>
            </a:extLst>
          </p:cNvPr>
          <p:cNvSpPr/>
          <p:nvPr/>
        </p:nvSpPr>
        <p:spPr>
          <a:xfrm>
            <a:off x="4006850" y="3378200"/>
            <a:ext cx="2247900" cy="6985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DFFEA32-4E11-884A-9B1B-371E4ADE080F}"/>
              </a:ext>
            </a:extLst>
          </p:cNvPr>
          <p:cNvSpPr txBox="1"/>
          <p:nvPr/>
        </p:nvSpPr>
        <p:spPr>
          <a:xfrm>
            <a:off x="4006850" y="3429000"/>
            <a:ext cx="1587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500">
                <a:solidFill>
                  <a:srgbClr val="6A6A6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0BC6E89-00BB-F148-8FD9-108948AA4008}"/>
              </a:ext>
            </a:extLst>
          </p:cNvPr>
          <p:cNvSpPr txBox="1"/>
          <p:nvPr/>
        </p:nvSpPr>
        <p:spPr>
          <a:xfrm>
            <a:off x="4229100" y="3429000"/>
            <a:ext cx="2025650" cy="107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202020"/>
                </a:solidFill>
                <a:latin typeface="Arial"/>
                <a:cs typeface="Arial"/>
              </a:rPr>
              <a:t>Flow Propensity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D6B2950-3646-044C-B2A9-23AA7FADF434}"/>
              </a:ext>
            </a:extLst>
          </p:cNvPr>
          <p:cNvSpPr txBox="1"/>
          <p:nvPr/>
        </p:nvSpPr>
        <p:spPr>
          <a:xfrm>
            <a:off x="4229100" y="3556000"/>
            <a:ext cx="202565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65">
                <a:solidFill>
                  <a:srgbClr val="505050"/>
                </a:solidFill>
                <a:latin typeface="Arial"/>
                <a:cs typeface="Arial"/>
              </a:rPr>
              <a:t>Frequency and attitude toward deep, focused engagement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AA295D2-45CD-CA42-842A-5FE456B8AA10}"/>
              </a:ext>
            </a:extLst>
          </p:cNvPr>
          <p:cNvSpPr/>
          <p:nvPr/>
        </p:nvSpPr>
        <p:spPr>
          <a:xfrm>
            <a:off x="4006850" y="3746500"/>
            <a:ext cx="2247900" cy="6985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124B7FA-4F6B-EA43-AD51-6A0B759DB52F}"/>
              </a:ext>
            </a:extLst>
          </p:cNvPr>
          <p:cNvSpPr txBox="1"/>
          <p:nvPr/>
        </p:nvSpPr>
        <p:spPr>
          <a:xfrm>
            <a:off x="4006850" y="3797300"/>
            <a:ext cx="15875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500">
                <a:solidFill>
                  <a:srgbClr val="6A6A6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1015024-C198-6049-8122-3D7567A57A26}"/>
              </a:ext>
            </a:extLst>
          </p:cNvPr>
          <p:cNvSpPr txBox="1"/>
          <p:nvPr/>
        </p:nvSpPr>
        <p:spPr>
          <a:xfrm>
            <a:off x="4229100" y="3797300"/>
            <a:ext cx="2025650" cy="1079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00" b="1">
                <a:solidFill>
                  <a:srgbClr val="202020"/>
                </a:solidFill>
                <a:latin typeface="Arial"/>
                <a:cs typeface="Arial"/>
              </a:rPr>
              <a:t>Negative capability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96A65CD-1E52-B848-A13C-53D668DD26F3}"/>
              </a:ext>
            </a:extLst>
          </p:cNvPr>
          <p:cNvSpPr txBox="1"/>
          <p:nvPr/>
        </p:nvSpPr>
        <p:spPr>
          <a:xfrm>
            <a:off x="4229100" y="3924300"/>
            <a:ext cx="2025650" cy="215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465">
                <a:solidFill>
                  <a:srgbClr val="505050"/>
                </a:solidFill>
                <a:latin typeface="Arial"/>
                <a:cs typeface="Arial"/>
              </a:rPr>
              <a:t>Capacity to respond adaptively in uncertain or
challenging situations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A992E5-B371-0A07-4D25-CE382DE1F5F7}"/>
              </a:ext>
            </a:extLst>
          </p:cNvPr>
          <p:cNvSpPr txBox="1"/>
          <p:nvPr/>
        </p:nvSpPr>
        <p:spPr>
          <a:xfrm>
            <a:off x="1008787" y="318097"/>
            <a:ext cx="4603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AECF0DD-DEE3-D4C3-5ED0-26801B66CB8D}"/>
              </a:ext>
            </a:extLst>
          </p:cNvPr>
          <p:cNvSpPr txBox="1"/>
          <p:nvPr/>
        </p:nvSpPr>
        <p:spPr>
          <a:xfrm>
            <a:off x="1923127" y="315312"/>
            <a:ext cx="8835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Attractiveness rating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6469F12-31CE-A1DF-4CB9-D4206D3E49DC}"/>
              </a:ext>
            </a:extLst>
          </p:cNvPr>
          <p:cNvSpPr txBox="1"/>
          <p:nvPr/>
        </p:nvSpPr>
        <p:spPr>
          <a:xfrm>
            <a:off x="4500109" y="315312"/>
            <a:ext cx="9236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Preference judgment </a:t>
            </a:r>
          </a:p>
        </p:txBody>
      </p:sp>
    </p:spTree>
    <p:extLst>
      <p:ext uri="{BB962C8B-B14F-4D97-AF65-F5344CB8AC3E}">
        <p14:creationId xmlns:p14="http://schemas.microsoft.com/office/powerpoint/2010/main" val="15892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4F876F-3549-054F-BC66-9E5EAAFCF893}">
  <we:reference id="wa200010215" version="2.0.0.0" store="en-US" storeType="OMEX"/>
  <we:alternateReferences>
    <we:reference id="WA200010215" version="2.0.0.0" store="" storeType="OMEX"/>
  </we:alternateReferences>
  <we:properties>
    <we:property name="bps.codex_control.document_id" value="&quot;c9df894f-1eb2-419d-9330-43c75c9db0b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1158</TotalTime>
  <Words>188</Words>
  <Application>Microsoft Macintosh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shengjie</dc:creator>
  <cp:lastModifiedBy>zheng shengjie</cp:lastModifiedBy>
  <cp:revision>1</cp:revision>
  <dcterms:created xsi:type="dcterms:W3CDTF">2026-08-05T06:31:59Z</dcterms:created>
  <dcterms:modified xsi:type="dcterms:W3CDTF">2026-08-20T07:13:47Z</dcterms:modified>
</cp:coreProperties>
</file>